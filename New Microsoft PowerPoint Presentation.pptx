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60"/>
  </p:normalViewPr>
  <p:slideViewPr>
    <p:cSldViewPr snapToGrid="0">
      <p:cViewPr>
        <p:scale>
          <a:sx n="70" d="100"/>
          <a:sy n="70" d="100"/>
        </p:scale>
        <p:origin x="1138" y="2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C5ABD-A5AC-3CCD-1963-01D725AAA4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D4C425-CF98-2538-81A7-1564FAB4B3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7D0448-2888-F886-5BCA-243052530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F6A96-1634-4E01-9437-E86DAC803A90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619FC-33F3-A3E7-921F-752A1CDBD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33E2BD-7D96-003C-2F94-B1C65A6B1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CC987-C12B-434F-B3AF-0E81907CA0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7690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25006-A5CE-E65E-505D-00271986B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74B896-1805-FDAF-3DBA-D916F4AC3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9F6BA2-3E94-6FE9-E2F9-8A06262F7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F6A96-1634-4E01-9437-E86DAC803A90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7616C3-F8E2-7E88-2A30-F7FC9FA0F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57E2E-4DA0-2993-CF63-6C0E3841D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CC987-C12B-434F-B3AF-0E81907CA0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2745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A6DA3-F202-67A8-0B0F-5770C7A44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F1E718-E199-8AD4-AE50-A0519194E3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E94FF6-6D2E-597A-B0B1-2C2DC5DDF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F6A96-1634-4E01-9437-E86DAC803A90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99CB74-74BD-00A9-1176-7B1BEC3F6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4D33D6-3A10-B77F-2279-756A51255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CC987-C12B-434F-B3AF-0E81907CA0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2873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6A6E7-D3A7-DFB6-3385-E4F93ACC1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56799-9014-AF6D-62E3-B3A4EF69EF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443873-C1A4-E5E0-7912-36A9D504EE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367DF5-D701-9E9D-E2BA-D2F4FDBE2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F6A96-1634-4E01-9437-E86DAC803A90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80DA23-2E60-E54D-4931-760C00105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4BED38-5DAD-3E92-54B5-4A26E98E1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CC987-C12B-434F-B3AF-0E81907CA0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3955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5BA53-D259-806D-E755-E6E9FA60B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66E43D-60FF-9C86-B92B-B219B71957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F270FC-64A8-FE6E-9B43-F297E32E7E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1174DA-816C-33E9-7F22-A64A464F15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C48728-2E72-0F11-DF5D-E2C648A849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68E56F-50A7-E2A2-BC68-F0EB2E7D8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F6A96-1634-4E01-9437-E86DAC803A90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12B561-A65C-008F-F986-7B1F51E19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EBB262-305B-5BCE-67C6-AA73C174D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CC987-C12B-434F-B3AF-0E81907CA0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7588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D1CD0-44EB-4CF5-799C-87058DBE8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0C5FFC-11F1-2EA0-F59B-03E70B830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F6A96-1634-4E01-9437-E86DAC803A90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B08C49-E09B-DB99-1D87-2D458AFBB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29DAB0-CA76-C719-A270-69633E488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CC987-C12B-434F-B3AF-0E81907CA0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9984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B1E354-9281-6644-C5DE-0AAF03147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F6A96-1634-4E01-9437-E86DAC803A90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6113D2-EA2B-E94F-5D07-D5ACE3A0A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CEBDD7-E85C-FA87-F926-FA8A71193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CC987-C12B-434F-B3AF-0E81907CA0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7660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F4FF6-BE45-8388-9417-C49C7080F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5F0E8E-61B6-14F3-6EC5-985B7C12AE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3441B4-1E79-B91D-D74F-E5E431C0A1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54279A-2CF9-497E-A257-2427F721F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F6A96-1634-4E01-9437-E86DAC803A90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4B8F78-4A9F-64CC-2407-B13C99AE8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930343-D314-5149-D01D-7616AAFA7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CC987-C12B-434F-B3AF-0E81907CA0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4499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F8D4F-E376-C4FE-C5D4-D7CC5E637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61D4BB-5755-A728-A371-C4EE726AFE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8CC859-84D2-325F-E3CD-73EAAC7872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881239-5EA4-54D7-27A1-3230BA756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F6A96-1634-4E01-9437-E86DAC803A90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BC795A-E0F8-50F3-3D1E-A76E670B5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EB0FFD-86A5-FD84-D92D-FE3ECD7F1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CC987-C12B-434F-B3AF-0E81907CA0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9318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06659-1155-5AF7-4AF8-2F62B710F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C60A8C-B067-1BB9-657B-5760EE1909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A8B054-2A6A-A2EC-8EA4-CC3EC817B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F6A96-1634-4E01-9437-E86DAC803A90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1C168C-5B58-73E2-66EF-95E9CEEBC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2CE870-0C04-27FA-731E-4BF246D62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CC987-C12B-434F-B3AF-0E81907CA0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9373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60B1DE-A8FC-DE8E-BFB3-D27B516D55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4811C3-F48E-930A-7D38-055F4B1066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9576C-6F15-4A1E-5005-32213C05B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F6A96-1634-4E01-9437-E86DAC803A90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2AF244-C665-ED29-C12B-724187BD7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FB951-C8E5-57D2-F389-00A407706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CC987-C12B-434F-B3AF-0E81907CA0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4859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B50D51-329F-3E50-F133-25EF52C21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2843BC-D137-697E-1072-155972532E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09981-72C4-A940-24A7-E3265EFD37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6F6A96-1634-4E01-9437-E86DAC803A90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2BC935-7717-93D2-F83C-197934DAC9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5E28CD-0B55-AC00-5B1C-23759D6C98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DCC987-C12B-434F-B3AF-0E81907CA0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5547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10077-E4AC-97B8-A49B-D45E621B3E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8A9EE8-7593-FB0A-7EF7-6D4BDE6FE4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9313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>
            <a:extLst>
              <a:ext uri="{FF2B5EF4-FFF2-40B4-BE49-F238E27FC236}">
                <a16:creationId xmlns:a16="http://schemas.microsoft.com/office/drawing/2014/main" id="{2A54B2BE-983F-39B4-DC75-E6FBEADB4D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983" y="0"/>
            <a:ext cx="57197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00EB1266-CE54-7535-F3D0-E7D798259F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2237" y="-78658"/>
            <a:ext cx="57197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1431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A0E0DE92-95E0-AB43-16D5-2DFE852D39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080" y="0"/>
            <a:ext cx="57197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3415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6644519D-09E8-7CDF-B613-6BEB0FF487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543" y="0"/>
            <a:ext cx="102250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17652EE-3003-C3B2-D6AA-4070EAA79537}"/>
              </a:ext>
            </a:extLst>
          </p:cNvPr>
          <p:cNvSpPr txBox="1"/>
          <p:nvPr/>
        </p:nvSpPr>
        <p:spPr>
          <a:xfrm>
            <a:off x="11419840" y="812800"/>
            <a:ext cx="589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01759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4EB4F-3B2B-D891-8BEA-BDE22742F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71B6717-15E9-55EF-82F1-A30779230190}"/>
              </a:ext>
            </a:extLst>
          </p:cNvPr>
          <p:cNvSpPr txBox="1"/>
          <p:nvPr/>
        </p:nvSpPr>
        <p:spPr>
          <a:xfrm>
            <a:off x="11266714" y="812800"/>
            <a:ext cx="742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1873</a:t>
            </a:r>
          </a:p>
        </p:txBody>
      </p:sp>
    </p:spTree>
    <p:extLst>
      <p:ext uri="{BB962C8B-B14F-4D97-AF65-F5344CB8AC3E}">
        <p14:creationId xmlns:p14="http://schemas.microsoft.com/office/powerpoint/2010/main" val="732546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13013-7AC9-958D-A3B3-9AEA61371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D19F46-D7E8-91AA-732B-701A507B2633}"/>
              </a:ext>
            </a:extLst>
          </p:cNvPr>
          <p:cNvSpPr txBox="1"/>
          <p:nvPr/>
        </p:nvSpPr>
        <p:spPr>
          <a:xfrm>
            <a:off x="11419840" y="812800"/>
            <a:ext cx="589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491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517BE6A3-CD61-B14E-19F6-54D3978BF9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63" y="0"/>
            <a:ext cx="102250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8338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A419E-39B8-940A-E84A-03479CFCD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C95029-48A2-6566-B76E-C82FDAA1560E}"/>
              </a:ext>
            </a:extLst>
          </p:cNvPr>
          <p:cNvSpPr txBox="1"/>
          <p:nvPr/>
        </p:nvSpPr>
        <p:spPr>
          <a:xfrm>
            <a:off x="11419840" y="812800"/>
            <a:ext cx="589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175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0A1286EE-25BF-2347-B30F-133A559C85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82713"/>
            <a:ext cx="12192000" cy="4090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23670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D374F-80F8-EAFA-AB3C-49592ACF7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448E4C-DC55-0B35-C16E-F6A7E2CD2F96}"/>
              </a:ext>
            </a:extLst>
          </p:cNvPr>
          <p:cNvSpPr txBox="1"/>
          <p:nvPr/>
        </p:nvSpPr>
        <p:spPr>
          <a:xfrm>
            <a:off x="11419840" y="812800"/>
            <a:ext cx="589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1722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07B4F93C-1C6E-C433-96CC-1F4BD0D27C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693" y="0"/>
            <a:ext cx="31353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73073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EF1DA-BDC7-56BD-6A2A-51E756B78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BA789B-E134-9D36-5DBF-2ACC4B2742B0}"/>
              </a:ext>
            </a:extLst>
          </p:cNvPr>
          <p:cNvSpPr txBox="1"/>
          <p:nvPr/>
        </p:nvSpPr>
        <p:spPr>
          <a:xfrm>
            <a:off x="11419840" y="812800"/>
            <a:ext cx="589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1319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A177A5CC-110A-4B87-9804-069523FA27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09285"/>
            <a:ext cx="12192000" cy="4090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25610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56FF0-C9A8-0197-6F17-8FB0D9DBE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2D41D8-4BBB-F94B-81C7-2BAD550CFA80}"/>
              </a:ext>
            </a:extLst>
          </p:cNvPr>
          <p:cNvSpPr txBox="1"/>
          <p:nvPr/>
        </p:nvSpPr>
        <p:spPr>
          <a:xfrm>
            <a:off x="11419840" y="812800"/>
            <a:ext cx="589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456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BB493988-CDB8-A8F8-E0BC-223DEA0795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9775" y="0"/>
            <a:ext cx="81708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76669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767</TotalTime>
  <Words>7</Words>
  <Application>Microsoft Office PowerPoint</Application>
  <PresentationFormat>Widescreen</PresentationFormat>
  <Paragraphs>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Shasank Shekhar Padhi</dc:creator>
  <cp:lastModifiedBy>Shasank Shekhar Padhi</cp:lastModifiedBy>
  <cp:revision>1</cp:revision>
  <dcterms:created xsi:type="dcterms:W3CDTF">2025-12-14T05:37:20Z</dcterms:created>
  <dcterms:modified xsi:type="dcterms:W3CDTF">2025-12-14T18:24:39Z</dcterms:modified>
</cp:coreProperties>
</file>